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37160" cy="502920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Selenium to Playwright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71E2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Migration Toolkit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28346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AI-Assisted Automation Framework Migration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3383280"/>
            <a:ext cx="8229600" cy="54864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4747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+ QAF + Cucumber  →  TypeScript + Playwright + playwright-bdd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CoE | CATS Team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0" y="45720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Challenge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Migrating 1000+ test cases from Selenium to Playwright is: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65760" y="141732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17320"/>
            <a:ext cx="269748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⏱️ Time-Consuming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conversion takes 30-60 minutes per file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0" y="141732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1417320"/>
            <a:ext cx="269748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Error-Prone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3756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 errors in syntax, locators, and async/await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1417320"/>
            <a:ext cx="269748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35040" y="1417320"/>
            <a:ext cx="2697480" cy="54864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55448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🔀 Inconsistent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196596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 developers use different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 Approach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500+ hours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50292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1000 test cases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63440" y="2926080"/>
            <a:ext cx="4114800" cy="173736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0632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Toolkit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800600" y="34290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~50 hours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800600" y="4114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90% time reduction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Not Just "Ask AI to Convert"?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4114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41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naive approach: Copy Java code → Paste into ChatGPT → Ask to convert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41732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27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Context Window Limits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files get truncated. AI loses track of class structure, imports, and dependencies.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41732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5270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No Verification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87452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says "done" but code has syntax errors, missing awaits, wrong locator strategies.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88036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Inconsistent Output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48640" y="3337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prompt, different results. No standardized patterns across files.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2062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880360"/>
            <a:ext cx="73152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29900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✗ Lost Progress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3337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ends? Start over. No way to resume or track what's done.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434840"/>
            <a:ext cx="8412480" cy="50292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needed a systematic, verifiable, resumable approach.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Failed Approach #1: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Instruction Files + Prompt Templates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3716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instruction file (Selenium-Playwright-upload.instructions.md) and prompt template (PromptSELENIUMTOPLAYWRIGHTMIGRATIO.txt). Define step-by-step migration phases. Let Copilot Chat drive each phase with structured guidance.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processed ALL files at once → Context window overflow → No granular control per file → Output quality degraded halfway through → No verification between phases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Problems: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429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Scope Creep: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32918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tried to migrate all 190 step definitions at once, losing context halfway through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 Output: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7490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files migrated, but Page Objects incomplete. No way to know what was missed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429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Dependency Issues: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42062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setup issues (ENOENT, legacy peer deps) not handled systematically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Resumability: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46634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timeout meant starting entire migration from scratch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Failed Approach #2: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Parallel Processing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3716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multiple AI agents in parallel for migration only. Each agent handles different files simultaneously. Use a queue to distribute work. Expected faster throughput by parallelizing the conversion process.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conditions on shared files → Multiple agents converted same files → Overwrote each other's migration work → No coordination on file assignment → Progress tracking failed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Problems: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429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File Conflicts: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32918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agents tried to convert the same PageObject file simultaneously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Progress: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7490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B overwrote Agent A's completed migration with its own partial work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429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Work: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42062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file converted multiple times by different agents, wasting effort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Coordination: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46634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central tracker - agents didn't know what others were working 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Failed Approach #3: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7548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Sequential Without Verification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315200" y="228600"/>
            <a:ext cx="1371600" cy="3657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0" y="25603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8412480" cy="914400"/>
          </a:xfrm>
          <a:prstGeom prst="rect">
            <a:avLst/>
          </a:prstGeom>
          <a:solidFill>
            <a:srgbClr val="ECFE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93268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The Idea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1704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 files one at a time sequentially. AI converts each file, immediately moves to the next. Run all quality checks at the very end after all files are converted.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1874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Happened: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8412480" cy="68580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12848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took shortcuts (wrote boilerplate code) → Java syntax remained in TypeScript output → Missing methods discovered only at the end → Massive rework required after "completion"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Problems: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200400"/>
            <a:ext cx="8412480" cy="429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32918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Code: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331720" y="32918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wrote 'await page.waitForLoadState()' instead of actual implementation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65760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37490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Leftovers: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37490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sendKeys(), getText(), @When annotations still present in TypeScript files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4114800"/>
            <a:ext cx="8412480" cy="429768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2062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Mismatch: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331720" y="42062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had 8 methods, TypeScript had 5. Three methods silently dropped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572000"/>
            <a:ext cx="8412480" cy="4297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457200" y="466344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 Discovery: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331720" y="4663440"/>
            <a:ext cx="6355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40+ issues after 'migration complete' - essentially starting over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Learned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97840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03327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Agent, Not Many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206240" y="10515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agents cause conflicts. Sequential is safer.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65760" y="164592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" y="175564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18105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18288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 at a Time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828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stays focused. No token overflow.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02920" y="253288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58775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606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Method at a Time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206240" y="26060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Granular conversion prevents shortcuts.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320040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" y="331012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3649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 IMMEDIATELY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206240" y="33832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Catch errors before moving to next file.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977640"/>
            <a:ext cx="841248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" y="4087368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4223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1605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Track Progress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206240" y="41605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anytime. Never lose work.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65760" y="475488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led us to the winning approach →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8288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Winning Approach: Single Agent + CoVe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7132320" y="201168"/>
            <a:ext cx="1554480" cy="36576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0" y="228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SUCCESS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731520"/>
            <a:ext cx="1828800" cy="77724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80467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@pw-orchestrator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10515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file at a time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23444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method at a time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0" y="91440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697480" y="7315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697480" y="822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97480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→ TS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7315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297680" y="822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297680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 file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71500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897880" y="7315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97880" y="822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97880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CoVe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315200" y="9144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→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498080" y="731520"/>
            <a:ext cx="14173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498080" y="8229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Fix/Next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498080" y="1097280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1691640"/>
            <a:ext cx="8412480" cy="3246120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182880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Chain of Verification (CoVe) - 6 Strict Checks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02920" y="22860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4360" y="26060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5156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Java Syntax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0515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Selenium, WebDriver, sendKeys, getText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2860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383280" y="26060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35" name="Text 33"/>
          <p:cNvSpPr/>
          <p:nvPr/>
        </p:nvSpPr>
        <p:spPr>
          <a:xfrm>
            <a:off x="338328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4048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8404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 imports, constructor, exports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080760" y="228600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6172200" y="260604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0" name="Text 38"/>
          <p:cNvSpPr/>
          <p:nvPr/>
        </p:nvSpPr>
        <p:spPr>
          <a:xfrm>
            <a:off x="6172200" y="2651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629400" y="24231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 Match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6294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Locators/methods/steps match Java count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02920" y="352044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594360" y="38404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45" name="Text 43"/>
          <p:cNvSpPr/>
          <p:nvPr/>
        </p:nvSpPr>
        <p:spPr>
          <a:xfrm>
            <a:off x="59436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105156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105156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'throw new Error' placeholders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91840" y="352044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3383280" y="38404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0" name="Text 48"/>
          <p:cNvSpPr/>
          <p:nvPr/>
        </p:nvSpPr>
        <p:spPr>
          <a:xfrm>
            <a:off x="338328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384048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Boilerplate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384048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 code, not just waitForLoadState()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080760" y="3520440"/>
            <a:ext cx="265176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172200" y="3840480"/>
            <a:ext cx="365760" cy="36576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55" name="Text 53"/>
          <p:cNvSpPr/>
          <p:nvPr/>
        </p:nvSpPr>
        <p:spPr>
          <a:xfrm>
            <a:off x="6172200" y="3886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6629400" y="36576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Syntax Valid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629400" y="39776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braces, proper async/await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Innovations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1480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3268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14400" y="8686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Skeleton Generation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1188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Auto-generate TypeScript structure from Java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937760" y="868680"/>
            <a:ext cx="38404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9601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0" y="121615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Ensures nothing is missed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1874520"/>
            <a:ext cx="411480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193852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914400" y="187452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Tracking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219456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migration-progress.json tracks completed 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937760" y="1874520"/>
            <a:ext cx="38404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96596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0" y="222199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Resume anytime, never start over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2880360"/>
            <a:ext cx="411480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294436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14400" y="288036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Boilerplate Detection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914400" y="320040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 catches lazy waitForLoadState() code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937760" y="2880360"/>
            <a:ext cx="38404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297180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029200" y="322783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shortcuts caught automatically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886200"/>
            <a:ext cx="411480" cy="41148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26" name="Text 24"/>
          <p:cNvSpPr/>
          <p:nvPr/>
        </p:nvSpPr>
        <p:spPr>
          <a:xfrm>
            <a:off x="365760" y="3950208"/>
            <a:ext cx="411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14400" y="388620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Guards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14400" y="420624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migrate.js refuses overwrite without --force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3886200"/>
            <a:ext cx="3840480" cy="868680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97764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matters: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029200" y="4233672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 won't erase hours of work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Migration Workflow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371600" y="1005840"/>
            <a:ext cx="731520" cy="73152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143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Setup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Copy Java files to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_source-java/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143000" y="2468880"/>
            <a:ext cx="11887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2468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min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005840"/>
            <a:ext cx="731520" cy="73152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143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38328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migrate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Creates skeletons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23360" y="2468880"/>
            <a:ext cx="11887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0" y="2468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126480" y="868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32320" y="1005840"/>
            <a:ext cx="731520" cy="73152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0" y="11430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63640" y="17830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263640" y="20574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@pw-orchestrator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903720" y="2468880"/>
            <a:ext cx="11887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4" name="Text 22"/>
          <p:cNvSpPr/>
          <p:nvPr/>
        </p:nvSpPr>
        <p:spPr>
          <a:xfrm>
            <a:off x="6903720" y="24688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371600" y="3063240"/>
            <a:ext cx="731520" cy="73152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27" name="Text 25"/>
          <p:cNvSpPr/>
          <p:nvPr/>
        </p:nvSpPr>
        <p:spPr>
          <a:xfrm>
            <a:off x="137160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0292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Verify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0292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 after each file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 before next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1143000" y="4526280"/>
            <a:ext cx="11887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114300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24612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251960" y="3063240"/>
            <a:ext cx="731520" cy="73152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34" name="Text 32"/>
          <p:cNvSpPr/>
          <p:nvPr/>
        </p:nvSpPr>
        <p:spPr>
          <a:xfrm>
            <a:off x="425196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338328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338328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run auth:setup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npm test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023360" y="4526280"/>
            <a:ext cx="11887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8" name="Text 36"/>
          <p:cNvSpPr/>
          <p:nvPr/>
        </p:nvSpPr>
        <p:spPr>
          <a:xfrm>
            <a:off x="402336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126480" y="29260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7132320" y="3063240"/>
            <a:ext cx="731520" cy="731520"/>
          </a:xfrm>
          <a:prstGeom prst="ellipse">
            <a:avLst/>
          </a:prstGeom>
          <a:solidFill>
            <a:srgbClr val="D71E28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0" y="320040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263640" y="38404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63640" y="411480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@pw-debug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Playwright MCP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03720" y="4526280"/>
            <a:ext cx="1188720" cy="1828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5" name="Text 43"/>
          <p:cNvSpPr/>
          <p:nvPr/>
        </p:nvSpPr>
        <p:spPr>
          <a:xfrm>
            <a:off x="6903720" y="4526280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needed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Results &amp; Impact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1005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90%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65760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Reduction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 manual conversion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560320" y="8686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560320" y="1005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60320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Checks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file via CoVe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8686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754880" y="1005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4754880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Loss Risk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progress tracking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49440" y="868680"/>
            <a:ext cx="20574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38100" dist="25400" dir="8100000">
              <a:srgbClr val="9CA3AF">
                <a:alpha val="1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949440" y="10058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5966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949440" y="169164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Resumable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49440" y="20116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pick up anytime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27432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Benefits: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6576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Single-agent architecture eliminates race conditions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31546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CoVe verification catches AI shortcuts immediately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Progress tracking enables safe session interruption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3611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Skeleton generation ensures 100% coverage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65760" y="4160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Benefits: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6576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Faster migration enables earlier Playwright adoption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663440" y="45720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Reduced manual effort frees team for higher-value work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9728"/>
            <a:ext cx="137160" cy="5029200"/>
          </a:xfrm>
          <a:prstGeom prst="rect">
            <a:avLst/>
          </a:prstGeom>
          <a:solidFill>
            <a:srgbClr val="D71E2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1F2937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4572000" cy="1097280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200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UAT CoE | CATS 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Selenium → Playwright Migration Toolkit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April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Selenium to Playwright Migration Toolkit</dc:title>
  <dc:subject>AI-Assisted Test Automation Migration</dc:subject>
  <dc:creator>Murali - CATS Team</dc:creator>
  <cp:lastModifiedBy>Murali - CATS Team</cp:lastModifiedBy>
  <cp:revision>1</cp:revision>
  <dcterms:created xsi:type="dcterms:W3CDTF">2026-04-08T06:16:59Z</dcterms:created>
  <dcterms:modified xsi:type="dcterms:W3CDTF">2026-04-08T06:16:59Z</dcterms:modified>
</cp:coreProperties>
</file>